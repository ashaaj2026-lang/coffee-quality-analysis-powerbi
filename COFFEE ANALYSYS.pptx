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7" r:id="rId4"/>
    <p:sldId id="270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3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8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5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8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0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34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1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9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3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9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8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E8140-1425-48A3-9FFB-51E544A821C2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64AA-6285-42FB-BC25-B862ABC5A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7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25" y="1825625"/>
            <a:ext cx="1743075" cy="1743075"/>
          </a:xfrm>
        </p:spPr>
      </p:pic>
      <p:sp>
        <p:nvSpPr>
          <p:cNvPr id="4" name="Rectangle 3"/>
          <p:cNvSpPr/>
          <p:nvPr/>
        </p:nvSpPr>
        <p:spPr>
          <a:xfrm>
            <a:off x="177800" y="139700"/>
            <a:ext cx="11925300" cy="41021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7800" y="2427288"/>
            <a:ext cx="11887200" cy="429768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68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This project is a complete analysis of coffee quality. which is consists of 31 columns and 207 rows.</a:t>
            </a:r>
          </a:p>
          <a:p>
            <a:pPr algn="ctr">
              <a:lnSpc>
                <a:spcPct val="2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The Coffee Quality Institute (CQI) is a non-profit organization </a:t>
            </a:r>
          </a:p>
          <a:p>
            <a:pPr algn="ctr">
              <a:lnSpc>
                <a:spcPct val="2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that works to improve the quality and value of coffee worldwide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28875" y="365125"/>
            <a:ext cx="7329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 smtClean="0">
                <a:solidFill>
                  <a:schemeClr val="tx1"/>
                </a:solidFill>
              </a:rPr>
              <a:t>COFFEE QUALITY ANALYSIS 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25" y="322264"/>
            <a:ext cx="18796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2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1600" y="139700"/>
            <a:ext cx="11925300" cy="41021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average scores for different variables related to sensory attributes and total cup points are as follows: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Average Total Cup Points: 83.71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Average Aroma: 7.72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Average Acidity: 7.69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Average Body: 7.64</a:t>
            </a: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Average Clean Cup: 10</a:t>
            </a: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Average Flavor: 7.74</a:t>
            </a: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Average Sweetness: 10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600" y="2501900"/>
            <a:ext cx="11925300" cy="42545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Average Flavor: 7.74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Average Sweetness: 10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600" y="3608189"/>
            <a:ext cx="9355831" cy="133882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The analysis of the average scores provides insights into how each sensory attribute contributes 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to the overall coffee quality, represented by the total cup points.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Aroma and flavor both have relatively high average scores.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1600" y="5030584"/>
            <a:ext cx="8035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Acidity and body have slightly lower average scores compared to aroma and flavor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1600" y="5429860"/>
            <a:ext cx="1032045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b="1" dirty="0" smtClean="0"/>
              <a:t>The data shows a significantly higher number of Category Two defects compared to Category One defects. </a:t>
            </a:r>
          </a:p>
          <a:p>
            <a:r>
              <a:rPr lang="en-US" b="1" dirty="0" smtClean="0"/>
              <a:t>This suggests that Category Two defects are more prevalent in the dataset.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1600" y="5988734"/>
            <a:ext cx="9305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coffee samples processed using the washing/wet method have a higher sum of total cup points </a:t>
            </a:r>
          </a:p>
          <a:p>
            <a:r>
              <a:rPr lang="en-US" b="1" dirty="0" smtClean="0"/>
              <a:t>compared to other methods.</a:t>
            </a:r>
            <a:endParaRPr lang="en-US" b="1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639863"/>
            <a:ext cx="6168131" cy="2968326"/>
          </a:xfrm>
        </p:spPr>
      </p:pic>
    </p:spTree>
    <p:extLst>
      <p:ext uri="{BB962C8B-B14F-4D97-AF65-F5344CB8AC3E}">
        <p14:creationId xmlns:p14="http://schemas.microsoft.com/office/powerpoint/2010/main" val="113161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2677319"/>
            <a:ext cx="3014126" cy="2137569"/>
          </a:xfrm>
        </p:spPr>
      </p:pic>
      <p:sp>
        <p:nvSpPr>
          <p:cNvPr id="4" name="Rectangle 3"/>
          <p:cNvSpPr/>
          <p:nvPr/>
        </p:nvSpPr>
        <p:spPr>
          <a:xfrm>
            <a:off x="101600" y="139700"/>
            <a:ext cx="11925300" cy="404653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These are some reports from PBI which are key points to the total analysis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600" y="2677319"/>
            <a:ext cx="11925300" cy="42545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9" y="3043238"/>
            <a:ext cx="3416301" cy="36806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600" y="3043239"/>
            <a:ext cx="3546476" cy="3717528"/>
          </a:xfrm>
          <a:prstGeom prst="rect">
            <a:avLst/>
          </a:prstGeom>
        </p:spPr>
      </p:pic>
      <p:pic>
        <p:nvPicPr>
          <p:cNvPr id="10" name="Content Placeholder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612"/>
          <a:stretch/>
        </p:blipFill>
        <p:spPr>
          <a:xfrm>
            <a:off x="298449" y="1251942"/>
            <a:ext cx="11430000" cy="12076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726" y="3043238"/>
            <a:ext cx="4167723" cy="368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1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1600" y="139700"/>
            <a:ext cx="11925300" cy="41021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Recommendations:</a:t>
            </a:r>
          </a:p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Based on the analysis, it may be beneficial for coffee producers to focus on</a:t>
            </a:r>
          </a:p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optimizing processing methods and sourcing beans from regions known for producing high-quality coffee. </a:t>
            </a:r>
          </a:p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This could involve investing in infrastructure and training to improve processing techniques </a:t>
            </a:r>
          </a:p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and establishing partnerships with reputable coffee growers in quality-driven regions.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600" y="2501900"/>
            <a:ext cx="11925300" cy="42545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Given the higher prevalence of Category Two defects, </a:t>
            </a:r>
          </a:p>
          <a:p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Coffee producers need to focus on improving processes to reduce these defects. </a:t>
            </a:r>
          </a:p>
          <a:p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could involve implementing better quality control measures during processing </a:t>
            </a:r>
          </a:p>
          <a:p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and storage to ensure higher overall coffee quality. </a:t>
            </a:r>
          </a:p>
          <a:p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may involve refining processing methods, </a:t>
            </a:r>
          </a:p>
          <a:p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sourcing high-quality beans and implementing rigorous quality control measures throughout production.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48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1600" y="139700"/>
            <a:ext cx="11925300" cy="41021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600" y="2501900"/>
            <a:ext cx="11925300" cy="42545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117" r="6459" b="-201"/>
          <a:stretch/>
        </p:blipFill>
        <p:spPr>
          <a:xfrm rot="5400000">
            <a:off x="4976871" y="1979672"/>
            <a:ext cx="2758957" cy="4508499"/>
          </a:xfrm>
        </p:spPr>
      </p:pic>
    </p:spTree>
    <p:extLst>
      <p:ext uri="{BB962C8B-B14F-4D97-AF65-F5344CB8AC3E}">
        <p14:creationId xmlns:p14="http://schemas.microsoft.com/office/powerpoint/2010/main" val="76053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334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QUALITY ANALYSIS</dc:title>
  <dc:creator>ONE</dc:creator>
  <cp:lastModifiedBy>ONE</cp:lastModifiedBy>
  <cp:revision>7</cp:revision>
  <dcterms:created xsi:type="dcterms:W3CDTF">2024-04-24T19:29:16Z</dcterms:created>
  <dcterms:modified xsi:type="dcterms:W3CDTF">2024-04-24T20:26:07Z</dcterms:modified>
</cp:coreProperties>
</file>